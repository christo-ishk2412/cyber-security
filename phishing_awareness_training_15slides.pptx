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514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10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 •  Resist  •  Report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Internship — Cybersecurity Module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329184"/>
          </a:xfrm>
          <a:prstGeom prst="roundRect">
            <a:avLst>
              <a:gd name="adj" fmla="val 13889"/>
            </a:avLst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14300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11612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97480" y="116128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scale, and impact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527048"/>
            <a:ext cx="4114800" cy="329184"/>
          </a:xfrm>
          <a:prstGeom prst="roundRect">
            <a:avLst>
              <a:gd name="adj" fmla="val 13889"/>
            </a:avLst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52704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54533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Phishing Attacks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1545336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smishing, vishing, spear &amp; whale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911096"/>
            <a:ext cx="4114800" cy="329184"/>
          </a:xfrm>
          <a:prstGeom prst="roundRect">
            <a:avLst>
              <a:gd name="adj" fmla="val 13889"/>
            </a:avLst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91109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19293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Phishing Emails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1929384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&amp; warning signs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95144"/>
            <a:ext cx="4114800" cy="329184"/>
          </a:xfrm>
          <a:prstGeom prst="roundRect">
            <a:avLst>
              <a:gd name="adj" fmla="val 13889"/>
            </a:avLst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29514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2313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Fake Websites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97480" y="231343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tricks &amp; visual deception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679192"/>
            <a:ext cx="4114800" cy="329184"/>
          </a:xfrm>
          <a:prstGeom prst="roundRect">
            <a:avLst>
              <a:gd name="adj" fmla="val 13889"/>
            </a:avLst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6791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2697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Tactics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97480" y="269748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Psychology attackers exploit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1143000"/>
            <a:ext cx="4114800" cy="329184"/>
          </a:xfrm>
          <a:prstGeom prst="roundRect">
            <a:avLst>
              <a:gd name="adj" fmla="val 13889"/>
            </a:avLst>
          </a:prstGeom>
          <a:solidFill>
            <a:srgbClr val="EAF4EE"/>
          </a:solidFill>
          <a:ln w="6350">
            <a:solidFill>
              <a:srgbClr val="A9D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114300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76088" y="11612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SMS Threats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116128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 &amp; mobile-specific attacks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1527048"/>
            <a:ext cx="4114800" cy="329184"/>
          </a:xfrm>
          <a:prstGeom prst="roundRect">
            <a:avLst>
              <a:gd name="adj" fmla="val 13889"/>
            </a:avLst>
          </a:prstGeom>
          <a:solidFill>
            <a:srgbClr val="EAF4EE"/>
          </a:solidFill>
          <a:ln w="6350">
            <a:solidFill>
              <a:srgbClr val="A9D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152704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76088" y="154533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1545336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High-profile breach case studies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1911096"/>
            <a:ext cx="4114800" cy="329184"/>
          </a:xfrm>
          <a:prstGeom prst="roundRect">
            <a:avLst>
              <a:gd name="adj" fmla="val 13889"/>
            </a:avLst>
          </a:prstGeom>
          <a:solidFill>
            <a:srgbClr val="EAF4EE"/>
          </a:solidFill>
          <a:ln w="6350">
            <a:solidFill>
              <a:srgbClr val="A9D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3752" y="191109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76088" y="19293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Tips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0" y="1929384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Do's and don'ts to stay safe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00600" y="2295144"/>
            <a:ext cx="4114800" cy="329184"/>
          </a:xfrm>
          <a:prstGeom prst="roundRect">
            <a:avLst>
              <a:gd name="adj" fmla="val 13889"/>
            </a:avLst>
          </a:prstGeom>
          <a:solidFill>
            <a:srgbClr val="EAF4EE"/>
          </a:solidFill>
          <a:ln w="6350">
            <a:solidFill>
              <a:srgbClr val="A9D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73752" y="229514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76088" y="2313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32320" y="231343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if you've been phished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2679192"/>
            <a:ext cx="4114800" cy="329184"/>
          </a:xfrm>
          <a:prstGeom prst="roundRect">
            <a:avLst>
              <a:gd name="adj" fmla="val 13889"/>
            </a:avLst>
          </a:prstGeom>
          <a:solidFill>
            <a:srgbClr val="EAF4EE"/>
          </a:solidFill>
          <a:ln w="6350">
            <a:solidFill>
              <a:srgbClr val="A9D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73752" y="26791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76088" y="2697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Quiz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32320" y="269748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knowledge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3716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4300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cyberattack where criminals impersonate legitimate organizations via email, text, or fake websites to trick victims into revealing sensitive data — passwords, financial details, or personal information.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57200" y="260604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26974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3.4B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32918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48840" y="260604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148840" y="26974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148840" y="32918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 phishing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840480" y="260604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840480" y="26974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$17.7K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840480" y="32918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minute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phishing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94960" y="1097280"/>
            <a:ext cx="3291840" cy="2926080"/>
          </a:xfrm>
          <a:prstGeom prst="roundRect">
            <a:avLst>
              <a:gd name="adj" fmla="val 3125"/>
            </a:avLst>
          </a:prstGeom>
          <a:solidFill>
            <a:srgbClr val="162035"/>
          </a:solidFill>
          <a:ln/>
        </p:spPr>
      </p:sp>
      <p:sp>
        <p:nvSpPr>
          <p:cNvPr id="16" name="Text 13"/>
          <p:cNvSpPr/>
          <p:nvPr/>
        </p:nvSpPr>
        <p:spPr>
          <a:xfrm>
            <a:off x="5394960" y="1188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577840" y="166420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  Exploits fear &amp; urgency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577840" y="21031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Uses trusted brand logos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577840" y="254203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Mimics real email formats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577840" y="298094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now makes it convincing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577840" y="341985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Works across all devices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PHISHING ATTACKS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162035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2070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2618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1783080"/>
            <a:ext cx="2468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emails impersonating banks, retailers, or IT. Most common form — billions sent daily.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162035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2070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86200" y="12618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10128" y="1783080"/>
            <a:ext cx="2468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targeted emails using personal info (name, role, org). 65% of all cyberattacks start here.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162035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36208" y="12070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🐳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12280" y="12618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36208" y="1783080"/>
            <a:ext cx="2468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aimed at executives (CEO, CFO). Goal: large wire transfers or confidential data.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162035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30815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31363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 (SMS)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84048" y="3657600"/>
            <a:ext cx="2468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via text message. 'Your parcel is held — click here.' Very high open rates.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297180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162035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10128" y="30815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📞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886200" y="31363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 (Voice)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310128" y="3657600"/>
            <a:ext cx="2468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Phone-call scams. Attacker poses as IRS, bank, or IT support. Deepfake voices now used.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297180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162035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36208" y="30815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6208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12280" y="31363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Phishing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236208" y="3657600"/>
            <a:ext cx="2468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copy of a real email with a malicious link swapped in. Appears to be a re-send.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PHISHING EMAILS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14300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16203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Suspicious Sender Address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16002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support@paypa1-secure.net instead of paypal.com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14300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16203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Urgent / Threatening Language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92040" y="16002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account will be suspended in 24 hours!"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237744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16203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02920" y="2468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Suspicious Links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2834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first — real URL often doesn't match display text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237744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16203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92040" y="2468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 Unexpected Attachments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92040" y="2834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.exe, .zip, .docm with macros, or password-protected ZIPs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361188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16203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02920" y="3703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Poor Grammar &amp; Spelling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40690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Typos, odd phrasing, or machine-translated text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361188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16203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892040" y="3703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Requests for Sensitive Info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892040" y="40690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PayPal, and Google never ask for passwords via email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PHISHING EMAIL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From: security-alert@paypa1-secure.net   |   To: you@company.com   |   Subject: URGENT: Verify your account NOW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2286000" cy="274320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910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❶ Fake sender domain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926080" y="159105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Dear Customer,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2286000" cy="274320"/>
          </a:xfrm>
          <a:prstGeom prst="roundRect">
            <a:avLst>
              <a:gd name="adj" fmla="val 13333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385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❷ Generic greeting — not your name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926080" y="19385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have detected suspicious activity on your PayPal account. Your account has been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267712"/>
            <a:ext cx="2286000" cy="274320"/>
          </a:xfrm>
          <a:prstGeom prst="roundRect">
            <a:avLst>
              <a:gd name="adj" fmla="val 13333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860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❸ Urgency &amp; scare tactics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926080" y="22860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temporarily limited. Click below IMMEDIATELY or your account will be permanently closed.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615184"/>
            <a:ext cx="2286000" cy="27432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334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❹ Suspicious link (hover to check!)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926080" y="26334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Verify Account Now: http://paypa1-secure.net/login &lt;&lt;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2962656"/>
            <a:ext cx="2286000" cy="274320"/>
          </a:xfrm>
          <a:prstGeom prst="roundRect">
            <a:avLst>
              <a:gd name="adj" fmla="val 13333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9809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❺ Request for sensitive info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926080" y="298094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Please provide your password and SSN to confirm your identity.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310128"/>
            <a:ext cx="2286000" cy="27432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32841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❻ Vague sign-off, no real contact info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926080" y="33284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Regards, The PayPal Security Team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FAKE WEBSITES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972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FDECEA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FAKE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http://paypa1-secure.login-verify.com/account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18745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HTTPS / padlock icon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Misspelled domain (paypa1 not paypal)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Suspicious subdomain chain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Non-standard TLD (.net, .xyz, .info)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46320" y="10972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FAF1"/>
          </a:solidFill>
          <a:ln/>
        </p:spPr>
      </p:sp>
      <p:sp>
        <p:nvSpPr>
          <p:cNvPr id="10" name="Text 7"/>
          <p:cNvSpPr/>
          <p:nvPr/>
        </p:nvSpPr>
        <p:spPr>
          <a:xfrm>
            <a:off x="498348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98348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https://www.paypal.com/signin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983480" y="18745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HTTPS + padlock (valid certificate)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Exact domain match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Clean, minimal URL path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Known, trusted TLD (.com, .gov, .edu)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65760" y="278892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65760" y="285292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57200" y="32461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HTTPS padlock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514600" y="278892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514600" y="285292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606040" y="32461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exact domain spelling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63440" y="278892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663440" y="285292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754880" y="32461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URLs directly — don't click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812280" y="278892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812280" y="285292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903720" y="32461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managers won't fill fakes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TACTICS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37160"/>
            <a:ext cx="685800" cy="6858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486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1430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exploit human psychology — not just technology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365760" y="18288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62035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57200" y="1938528"/>
            <a:ext cx="960120" cy="256032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19385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75488" y="22860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panic to bypass rational thinking. 'Act NOW or lose access!'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200400" y="18288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62035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91840" y="1938528"/>
            <a:ext cx="960120" cy="256032"/>
          </a:xfrm>
          <a:prstGeom prst="roundRect">
            <a:avLst>
              <a:gd name="adj" fmla="val 14286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91840" y="19385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310128" y="22860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Impersonate CEO, IT dept, banks, or government agencies.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35040" y="18288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62035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938528"/>
            <a:ext cx="960120" cy="256032"/>
          </a:xfrm>
          <a:prstGeom prst="roundRect">
            <a:avLst>
              <a:gd name="adj" fmla="val 14286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126480" y="19385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6144768" y="22860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 consequences: fines, account closure, legal action.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65760" y="33375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62035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57200" y="3447288"/>
            <a:ext cx="960120" cy="256032"/>
          </a:xfrm>
          <a:prstGeom prst="roundRect">
            <a:avLst>
              <a:gd name="adj" fmla="val 14286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7200" y="34472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475488" y="37947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 have a package.' 'Someone tagged you.' Bait content.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200400" y="33375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62035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291840" y="3447288"/>
            <a:ext cx="960120" cy="256032"/>
          </a:xfrm>
          <a:prstGeom prst="roundRect">
            <a:avLst>
              <a:gd name="adj" fmla="val 14286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291840" y="34472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RECIPROCITY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3310128" y="37947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something free (gift card, prize) to get something valuable.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035040" y="33375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62035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126480" y="3447288"/>
            <a:ext cx="960120" cy="256032"/>
          </a:xfrm>
          <a:prstGeom prst="roundRect">
            <a:avLst>
              <a:gd name="adj" fmla="val 14286"/>
            </a:avLst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126480" y="34472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144768" y="37947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'Your colleagues already updated their details.' Peer pressure.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SMS THREATS (SMISHING)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9728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11887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6576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texts are read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3 minutes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834640" y="109728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/>
        </p:spPr>
      </p:sp>
      <p:sp>
        <p:nvSpPr>
          <p:cNvPr id="9" name="Text 6"/>
          <p:cNvSpPr/>
          <p:nvPr/>
        </p:nvSpPr>
        <p:spPr>
          <a:xfrm>
            <a:off x="2834640" y="11887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283464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click 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phishing emails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03520" y="109728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162035"/>
          </a:solidFill>
          <a:ln/>
        </p:spPr>
      </p:sp>
      <p:sp>
        <p:nvSpPr>
          <p:cNvPr id="12" name="Text 9"/>
          <p:cNvSpPr/>
          <p:nvPr/>
        </p:nvSpPr>
        <p:spPr>
          <a:xfrm>
            <a:off x="5303520" y="11704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Smishing Lures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Fake package delivery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86400" y="184708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Bank fraud alerts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0" y="213969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Prize / lottery wins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65760" y="2606040"/>
            <a:ext cx="8412480" cy="685800"/>
          </a:xfrm>
          <a:prstGeom prst="roundRect">
            <a:avLst>
              <a:gd name="adj" fmla="val 9333"/>
            </a:avLst>
          </a:prstGeom>
          <a:solidFill>
            <a:srgbClr val="FFF9E6"/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266090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+1-800-XXX: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02920" y="288036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USPS: Your parcel #94748 has been held. Confirm address: http://usps-delivery-us.com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492240" y="2697480"/>
            <a:ext cx="2194560" cy="502920"/>
          </a:xfrm>
          <a:prstGeom prst="roundRect">
            <a:avLst>
              <a:gd name="adj" fmla="val 9091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10528" y="2715768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FAKE — note suspicious domain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365760" y="3410712"/>
            <a:ext cx="8412480" cy="685800"/>
          </a:xfrm>
          <a:prstGeom prst="roundRect">
            <a:avLst>
              <a:gd name="adj" fmla="val 9333"/>
            </a:avLst>
          </a:prstGeom>
          <a:solidFill>
            <a:srgbClr val="FFF9E6"/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34655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Bank (Spoofed):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02920" y="368503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ALERT: Unusual login detected. Verify NOW: http://bankofamerica-secure.net/login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492240" y="3502152"/>
            <a:ext cx="2194560" cy="502920"/>
          </a:xfrm>
          <a:prstGeom prst="roundRect">
            <a:avLst>
              <a:gd name="adj" fmla="val 9091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10528" y="3520440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FAKE — banks text, not link to password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65760" y="4215384"/>
            <a:ext cx="8412480" cy="685800"/>
          </a:xfrm>
          <a:prstGeom prst="roundRect">
            <a:avLst>
              <a:gd name="adj" fmla="val 9333"/>
            </a:avLst>
          </a:prstGeom>
          <a:solidFill>
            <a:srgbClr val="FFF9E6"/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42702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Text: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02920" y="4489704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IRS: You owe $3,217 in back taxes. Pay immediately to avoid arrest: bit.ly/irs-pay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492240" y="4306824"/>
            <a:ext cx="2194560" cy="502920"/>
          </a:xfrm>
          <a:prstGeom prst="roundRect">
            <a:avLst>
              <a:gd name="adj" fmla="val 9091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10528" y="4325112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FAKE — IRS never texts payment demands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THREATS: AI-POWERED PHISHING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now use Artificial Intelligence to make phishing nearly indistinguishable from real communication.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64592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162035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84048" y="17556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18013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Emails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84048" y="22860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ChatGPT-style tools generate grammatically perfect, personalized phishing emails — no more typos to spot.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164592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162035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10128" y="17556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1012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🎭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840480" y="18013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Voice &amp; Video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10128" y="22860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clone a CEO's voice or create video calls. Employees have been tricked into wiring millions.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26480" y="164592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162035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36208" y="17556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3620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766560" y="18013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Targeting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236208" y="22860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LinkedIn/social data enables ultra-personalized attacks referencing real projects, names, and events.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" y="333756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162035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84048" y="34472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4048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📧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14400" y="34930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Phishing Kits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84048" y="39776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tools on the dark web allow even non-technical criminals to launch sophisticated campaigns.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00400" y="333756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162035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310128" y="34472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10128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3840480" y="34930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Polymorphic Phishing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310128" y="39776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email is slightly different to evade signature-based spam filters. No two emails are identical.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126480" y="333756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162035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236208" y="34472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36208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🕵️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766560" y="34930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Phishing (Quishing)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236208" y="39776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QR codes bypass email filters since they contain no clickable URLs — scanning leads to fake sites.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7410E"/>
          </a:solidFill>
          <a:ln w="12700">
            <a:solidFill>
              <a:srgbClr val="B741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PHISHING CASE STUDIES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841248"/>
          </a:xfrm>
          <a:prstGeom prst="roundRect">
            <a:avLst>
              <a:gd name="adj" fmla="val 8696"/>
            </a:avLst>
          </a:prstGeom>
          <a:solidFill>
            <a:srgbClr val="162035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1737360" cy="841248"/>
          </a:xfrm>
          <a:prstGeom prst="roundRect">
            <a:avLst>
              <a:gd name="adj" fmla="val 869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7043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&amp; Facebook (2013–2015)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$100M+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0280" y="1161288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vendor invoices from a domain impersonating Quanta Computer. Finance employees wired funds repeatedly.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40280" y="1591056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Always verify vendor identity via a separate communication channel.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298448"/>
            <a:ext cx="384048" cy="3840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2057400"/>
            <a:ext cx="8412480" cy="841248"/>
          </a:xfrm>
          <a:prstGeom prst="roundRect">
            <a:avLst>
              <a:gd name="adj" fmla="val 8696"/>
            </a:avLst>
          </a:prstGeom>
          <a:solidFill>
            <a:srgbClr val="162035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057400"/>
            <a:ext cx="1737360" cy="841248"/>
          </a:xfrm>
          <a:prstGeom prst="roundRect">
            <a:avLst>
              <a:gd name="adj" fmla="val 8696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213055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Hack (2020)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11480" y="25328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BTC Scam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240280" y="2121408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spear-phishing tricked Twitter employees into giving admin access. Hackers hijacked celebrity accounts.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240280" y="2551176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Even tech giants fail. Phone-based social engineering bypasses email filters entirely.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258568"/>
            <a:ext cx="384048" cy="38404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65760" y="3017520"/>
            <a:ext cx="8412480" cy="841248"/>
          </a:xfrm>
          <a:prstGeom prst="roundRect">
            <a:avLst>
              <a:gd name="adj" fmla="val 8696"/>
            </a:avLst>
          </a:prstGeom>
          <a:solidFill>
            <a:srgbClr val="162035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3017520"/>
            <a:ext cx="1737360" cy="841248"/>
          </a:xfrm>
          <a:prstGeom prst="roundRect">
            <a:avLst>
              <a:gd name="adj" fmla="val 8696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11480" y="309067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Sony Pictures (2014)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11480" y="34930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Breach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2240280" y="3081528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Spear-phishing emails to executives led to full network compromise and terabytes of confidential data stolen.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2240280" y="3511296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Executive-targeted attacks (whaling) can destroy entire organizations.</a:t>
            </a:r>
            <a:endParaRPr lang="en-US" sz="10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218688"/>
            <a:ext cx="384048" cy="384048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365760" y="3977640"/>
            <a:ext cx="8412480" cy="841248"/>
          </a:xfrm>
          <a:prstGeom prst="roundRect">
            <a:avLst>
              <a:gd name="adj" fmla="val 8696"/>
            </a:avLst>
          </a:prstGeom>
          <a:solidFill>
            <a:srgbClr val="162035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65760" y="3977640"/>
            <a:ext cx="1737360" cy="841248"/>
          </a:xfrm>
          <a:prstGeom prst="roundRect">
            <a:avLst>
              <a:gd name="adj" fmla="val 8696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11480" y="40507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Colonial Pipeline (2021)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11480" y="44531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$4.4M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2240280" y="4041648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accessed VPN with a leaked password likely obtained via phishing. Caused US fuel supply disruption.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2240280" y="4471416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 single phished credential can shut down critical national infrastructure.</a:t>
            </a:r>
            <a:endParaRPr lang="en-US" sz="10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178808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TO STAY SAFE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9728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EAFAF1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188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248" y="16916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sender email addresses carefully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67128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41248" y="216712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(MFA)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642616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41248" y="264261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unique passwords + a password manager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118104"/>
            <a:ext cx="256032" cy="2560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41248" y="3118104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you click — hover over links</a:t>
            </a:r>
            <a:endParaRPr lang="en-US" sz="12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593592"/>
            <a:ext cx="256032" cy="25603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41248" y="359359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 to IT/Security</a:t>
            </a:r>
            <a:endParaRPr lang="en-US" sz="12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069080"/>
            <a:ext cx="256032" cy="256032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841248" y="40690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and antivirus up to date</a:t>
            </a:r>
            <a:endParaRPr lang="en-US" sz="1200" dirty="0"/>
          </a:p>
        </p:txBody>
      </p:sp>
      <p:sp>
        <p:nvSpPr>
          <p:cNvPr id="19" name="Shape 10"/>
          <p:cNvSpPr/>
          <p:nvPr/>
        </p:nvSpPr>
        <p:spPr>
          <a:xfrm>
            <a:off x="4846320" y="109728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FDECEA"/>
          </a:solidFill>
          <a:ln/>
        </p:spPr>
      </p:sp>
      <p:sp>
        <p:nvSpPr>
          <p:cNvPr id="20" name="Text 11"/>
          <p:cNvSpPr/>
          <p:nvPr/>
        </p:nvSpPr>
        <p:spPr>
          <a:xfrm>
            <a:off x="5029200" y="1188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DON'T</a:t>
            </a:r>
            <a:endParaRPr lang="en-US" sz="16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1691640"/>
            <a:ext cx="256032" cy="25603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321808" y="16916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links in unexpected emails</a:t>
            </a:r>
            <a:endParaRPr lang="en-US" sz="12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2167128"/>
            <a:ext cx="256032" cy="256032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321808" y="216712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attachments from unknown senders</a:t>
            </a:r>
            <a:endParaRPr lang="en-US" sz="12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2642616"/>
            <a:ext cx="256032" cy="256032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321808" y="264261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credentials on unfamiliar sites</a:t>
            </a:r>
            <a:endParaRPr lang="en-US" sz="1200" dirty="0"/>
          </a:p>
        </p:txBody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83480" y="3118104"/>
            <a:ext cx="256032" cy="256032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5321808" y="3118104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passwords or OTPs via phone/email</a:t>
            </a:r>
            <a:endParaRPr lang="en-US" sz="1200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83480" y="3593592"/>
            <a:ext cx="256032" cy="256032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321808" y="359359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browser security warnings</a:t>
            </a:r>
            <a:endParaRPr lang="en-US" sz="1200" dirty="0"/>
          </a:p>
        </p:txBody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83480" y="4069080"/>
            <a:ext cx="256032" cy="256032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5321808" y="40690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public WiFi for sensitive accounts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YOU'VE BEEN PHISHED — ACT FAST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162035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52728"/>
            <a:ext cx="475488" cy="47548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52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8408" y="130759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Calm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01368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leads to more mistakes. Take a breath and act methodically.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162035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52728"/>
            <a:ext cx="475488" cy="47548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52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58768" y="130759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801368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Unplug from the network immediately to stop potential data exfiltration.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143000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162035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252728"/>
            <a:ext cx="475488" cy="47548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252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39128" y="130759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1801368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CLEAN device, change all compromised account passwords now.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880360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162035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2990088"/>
            <a:ext cx="475488" cy="47548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990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78408" y="304495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3538728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multi-factor authentication to every account if not already set.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880360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162035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2990088"/>
            <a:ext cx="475488" cy="47548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990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58768" y="304495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91840" y="3538728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your IT/Security team, your bank, and authorities immediately.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2880360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162035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2990088"/>
            <a:ext cx="475488" cy="47548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990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39128" y="304495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Accounts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72200" y="3538728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suspicious activity on all linked accounts for 90+ days.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QUIZ — TEST YOUR KNOWLEDGE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37160"/>
            <a:ext cx="685800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97280"/>
            <a:ext cx="8412480" cy="841248"/>
          </a:xfrm>
          <a:prstGeom prst="roundRect">
            <a:avLst>
              <a:gd name="adj" fmla="val 1087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117043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You get an email from 'security@amaz0n-alerts.com' asking you to verify your account. What do you do?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157276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Delete it. 'amaz0n-alerts.com' is NOT Amazon — it uses '0' instead of 'o'. Never click links from lookalike domains.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2057400"/>
            <a:ext cx="8412480" cy="841248"/>
          </a:xfrm>
          <a:prstGeom prst="roundRect">
            <a:avLst>
              <a:gd name="adj" fmla="val 1087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21305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A text says your Netflix account closes in 2 hrs. It has a link to 'login'. What's the red flag?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253288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Urgency + unverified SMS link. Real companies don't threaten immediate closure via text. Go directly to netflix.com instead.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3017520"/>
            <a:ext cx="8412480" cy="841248"/>
          </a:xfrm>
          <a:prstGeom prst="roundRect">
            <a:avLst>
              <a:gd name="adj" fmla="val 1087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8640" y="309067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Your 'CEO' emails asking you to urgently wire $5,000 to a new vendor — from your mobile. What now?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349300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Stop and verify via a phone call to the CEO's known number. This is a classic BEC (Business Email Compromise) whaling attack.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3977640"/>
            <a:ext cx="8412480" cy="841248"/>
          </a:xfrm>
          <a:prstGeom prst="roundRect">
            <a:avLst>
              <a:gd name="adj" fmla="val 1087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8640" y="405079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You receive a QR code in a printed flyer saying 'Scan to claim your free gift card.' Should you?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445312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 cautious! QR codes can redirect to phishing sites. Only scan from trusted, verified sources. Use a QR scanner that previews URLs.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32004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BEST FIREWALL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31520" y="24231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awareness is your organization's strongest line of defense.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286000" y="2926080"/>
            <a:ext cx="457200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0" y="306324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Think before you click — every single time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371600" y="342900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Enable MFA on all accounts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371600" y="379476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Report suspicious emails immediately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371600" y="416052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Stay updated — threats evolve daily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45262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Secure. Stay Alert. Stay Safe.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PptxGenJS</dc:creator>
  <cp:lastModifiedBy>PptxGenJS</cp:lastModifiedBy>
  <cp:revision>1</cp:revision>
  <dcterms:created xsi:type="dcterms:W3CDTF">2026-06-14T03:22:01Z</dcterms:created>
  <dcterms:modified xsi:type="dcterms:W3CDTF">2026-06-14T03:22:01Z</dcterms:modified>
</cp:coreProperties>
</file>